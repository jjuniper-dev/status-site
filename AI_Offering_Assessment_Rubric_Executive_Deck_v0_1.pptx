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Offering Assessment Rubric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Framework for AI Vendor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framework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vendor assessment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Policy/security gaps hidden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sovereignty visibility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rubric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constraints first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dimensions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transparency third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 Non classifié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Structure &amp; Cohere Case Study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527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90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item type, capability type, tier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74320" cy="274320"/>
          </a:xfrm>
          <a:prstGeom prst="ellipse">
            <a:avLst/>
          </a:prstGeom>
          <a:solidFill>
            <a:srgbClr val="5E9EA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38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constraints (policy, security)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274320" cy="27432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24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862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weighted families (0–100)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10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transparency (Openness, Sovereignty)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Case Study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E9E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 / 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R/A/G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(Gated)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(45, 65) — Mixed openness, Strong sovereignty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Fails: G2 (Protected B), G3 (SA&amp;A)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CANChat (unclassified only)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Decline: Protected B + direct-API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Gap: G3 SA&amp;A is enterprise-wide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 Non classifié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CDE3E5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G3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(internal SA&amp;A ownership) is not vendor-specific — applies to every AI offering at HC/PHAC. Enterprise infrastructure problem, not Cohere problem.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CDE3E5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≠ Binary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50876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sub-dimensions (entity control, weights origin, hosting, capital). Cohere: strong on control &amp; weights; weak on hosting partner &amp; capital.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CDE3E5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as Lever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through governed runtime (CANChat, PATH); risky as direct-API. Architectural constraint (G7) is as important as policy.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2511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Cohere for unclassified CANChat consumption  •  Decline Protected B &amp; direct-API until: deployment pattern documented  •  HC/PHAC-owned SA&amp;A pathway  •  PATH integration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47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 Non classifié  •  Ready for CDO and ARB governance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Offering Assessment Rubric — Executive Overview</dc:title>
  <dc:subject>PptxGenJS Presentation</dc:subject>
  <dc:creator>EA / TPO</dc:creator>
  <cp:lastModifiedBy>EA / TPO</cp:lastModifiedBy>
  <cp:revision>1</cp:revision>
  <dcterms:created xsi:type="dcterms:W3CDTF">2026-04-28T01:33:38Z</dcterms:created>
  <dcterms:modified xsi:type="dcterms:W3CDTF">2026-04-28T01:33:38Z</dcterms:modified>
</cp:coreProperties>
</file>