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Vendor Evaluation — Problem &amp; Context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is accelerating faster than governance → we need a structured evaluation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011680" cy="36576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LLM expansion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(Cohere, OpenAI, Gemini)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entry points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(CANChat, Copilot, etc.)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evaluation approach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2011680" cy="36576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HC/PHAC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96596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AI use case inventory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Accelerator intake increasing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HAIL still converging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capability clusters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procurement paths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2011680" cy="36576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decisions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expansion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compliance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unpredictability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exposure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1508760"/>
            <a:ext cx="2011680" cy="36576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196596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enterprise control plane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= vendor-driven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applied too late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enforcement layer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traceability missing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45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We are making decisions without a repeatable, enterprise-aligned evaluation model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Rubric — Enterprise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architecture-first, not model-first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3F2FD"/>
          </a:solidFill>
          <a:ln w="12700">
            <a:solidFill>
              <a:srgbClr val="5E9E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Alignment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 fit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PATH/HAIL compatibility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08960" y="12344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3E5F5"/>
          </a:solidFill>
          <a:ln w="12700">
            <a:solidFill>
              <a:srgbClr val="5E9E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6916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ATO readiness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852160" y="12344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3E0"/>
          </a:solidFill>
          <a:ln w="12700">
            <a:solidFill>
              <a:srgbClr val="5E9E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Risk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6916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controls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surface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0F2F1"/>
          </a:solidFill>
          <a:ln w="12700">
            <a:solidFill>
              <a:srgbClr val="5E9E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compatibility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alignment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1F8E9"/>
          </a:solidFill>
          <a:ln w="12700">
            <a:solidFill>
              <a:srgbClr val="5E9E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33832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quality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fit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support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5216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CE4EC"/>
          </a:solidFill>
          <a:ln w="12700">
            <a:solidFill>
              <a:srgbClr val="5E9E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33832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transparency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model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viability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5E6FF"/>
          </a:solidFill>
          <a:ln w="12700">
            <a:solidFill>
              <a:srgbClr val="5E9E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 •  </a:t>
            </a:r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 •  </a:t>
            </a:r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 •  </a:t>
            </a:r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AIA-readiness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41605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4251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LLM is not the most capable — it is the one that can be governed, integrated, and scaled."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Evaluation → Decision → Governance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is not theoretical — it feeds governance and platform decisions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CDE3E5"/>
          </a:solidFill>
          <a:ln w="19050">
            <a:solidFill>
              <a:srgbClr val="5E9E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74320" cy="274320"/>
          </a:xfrm>
          <a:prstGeom prst="rect">
            <a:avLst/>
          </a:prstGeom>
          <a:solidFill>
            <a:srgbClr val="2F6F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74520" y="1828800"/>
            <a:ext cx="320040" cy="320040"/>
          </a:xfrm>
          <a:prstGeom prst="rightArrow">
            <a:avLst/>
          </a:prstGeom>
          <a:solidFill>
            <a:srgbClr val="5E9EA3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23444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19050">
            <a:solidFill>
              <a:srgbClr val="5E9E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325880"/>
            <a:ext cx="274320" cy="274320"/>
          </a:xfrm>
          <a:prstGeom prst="rect">
            <a:avLst/>
          </a:prstGeom>
          <a:solidFill>
            <a:srgbClr val="2F6F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1645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057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fit 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03320" y="1828800"/>
            <a:ext cx="320040" cy="320040"/>
          </a:xfrm>
          <a:prstGeom prst="rightArrow">
            <a:avLst/>
          </a:prstGeom>
          <a:solidFill>
            <a:srgbClr val="5E9EA3"/>
          </a:solidFill>
          <a:ln/>
        </p:spPr>
      </p:sp>
      <p:sp>
        <p:nvSpPr>
          <p:cNvPr id="15" name="Shape 13"/>
          <p:cNvSpPr/>
          <p:nvPr/>
        </p:nvSpPr>
        <p:spPr>
          <a:xfrm>
            <a:off x="3977640" y="123444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FFF9C4"/>
          </a:solidFill>
          <a:ln w="19050">
            <a:solidFill>
              <a:srgbClr val="5E9E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325880"/>
            <a:ext cx="274320" cy="274320"/>
          </a:xfrm>
          <a:prstGeom prst="rect">
            <a:avLst/>
          </a:prstGeom>
          <a:solidFill>
            <a:srgbClr val="2F6F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1645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69080" y="2057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Strengths/gaps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32120" y="1828800"/>
            <a:ext cx="320040" cy="320040"/>
          </a:xfrm>
          <a:prstGeom prst="rightArrow">
            <a:avLst/>
          </a:prstGeom>
          <a:solidFill>
            <a:srgbClr val="5E9EA3"/>
          </a:solidFill>
          <a:ln/>
        </p:spPr>
      </p:sp>
      <p:sp>
        <p:nvSpPr>
          <p:cNvPr id="20" name="Shape 18"/>
          <p:cNvSpPr/>
          <p:nvPr/>
        </p:nvSpPr>
        <p:spPr>
          <a:xfrm>
            <a:off x="5806440" y="123444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FFEBEE"/>
          </a:solidFill>
          <a:ln w="19050">
            <a:solidFill>
              <a:srgbClr val="5E9E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325880"/>
            <a:ext cx="274320" cy="274320"/>
          </a:xfrm>
          <a:prstGeom prst="rect">
            <a:avLst/>
          </a:prstGeom>
          <a:solidFill>
            <a:srgbClr val="2F6F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645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2057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(conditions)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60920" y="1828800"/>
            <a:ext cx="320040" cy="320040"/>
          </a:xfrm>
          <a:prstGeom prst="rightArrow">
            <a:avLst/>
          </a:prstGeom>
          <a:solidFill>
            <a:srgbClr val="5E9EA3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123444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CDE3E5"/>
          </a:solidFill>
          <a:ln w="19050">
            <a:solidFill>
              <a:srgbClr val="5E9E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325880"/>
            <a:ext cx="274320" cy="274320"/>
          </a:xfrm>
          <a:prstGeom prst="rect">
            <a:avLst/>
          </a:prstGeom>
          <a:solidFill>
            <a:srgbClr val="2F6F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1645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26680" y="2057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artifacts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AI decisions across HC/PHAC  • 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SRTM duplication  • 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platform-based governance  • 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HC AI Strategy pillars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F5F7F7"/>
          </a:solidFill>
          <a:ln w="25400">
            <a:solidFill>
              <a:srgbClr val="2F6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886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control plane  •  </a:t>
            </a:r>
            <a:pPr algn="ctr" indent="0" marL="0">
              <a:buNone/>
            </a:pPr>
            <a:r>
              <a:rPr lang="en-US" sz="1000" b="1" dirty="0">
                <a:solidFill>
                  <a:srgbClr val="2F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</a:t>
            </a:r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runtime  •  </a:t>
            </a:r>
            <a:pPr algn="ctr" indent="0" marL="0">
              <a:buNone/>
            </a:pPr>
            <a:r>
              <a:rPr lang="en-US" sz="1000" b="1" dirty="0">
                <a:solidFill>
                  <a:srgbClr val="2F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decision enforcement mechanism
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</a:t>
            </a:r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we move from experimentation → enterprise 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 Non classifié  •  EA/TPO interpretation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Vendor Evaluation — Governance-First Model</dc:title>
  <dc:subject>PptxGenJS Presentation</dc:subject>
  <dc:creator>EA / TPO</dc:creator>
  <cp:lastModifiedBy>EA / TPO</cp:lastModifiedBy>
  <cp:revision>1</cp:revision>
  <dcterms:created xsi:type="dcterms:W3CDTF">2026-04-28T01:36:41Z</dcterms:created>
  <dcterms:modified xsi:type="dcterms:W3CDTF">2026-04-28T01:36:41Z</dcterms:modified>
</cp:coreProperties>
</file>